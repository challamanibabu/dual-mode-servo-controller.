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31520"/>
            <a:ext cx="822960" cy="54864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89E"/>
                </a:solidFill>
              </a:rPr>
              <a:t>MINI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2344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Joystick-Controlled Servo Scanner with Ultrasonic Obstacle Detection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</a:rPr>
              <a:t>Embedded Systems  |  Arduino Uno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Sense  →  Decide  →  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74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1. Introduction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731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</a:rPr>
              <a:t>This mini project is a joystick-controlled scanning arm. An HC-SR04 ultrasonic sensor is mounted on an SG90 servo motor and everything is controlled by an Arduino Uno. The user steers the sensor from 0° to 180°, or switches to an automatic sweep. When an object comes closer than 15 cm, the servo stops and an LED warns the user. It is a small model of the collision-avoidance systems used in robots and vehicles.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Components 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60604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Arduino Uno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60604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HC-SR04 Sensor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260604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SG90 Servo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3090672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Joystick Module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3090672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LED + 220Ω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3090672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Breadboard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36576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3749040"/>
            <a:ext cx="64008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37124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405993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Manual joystick mode and auto-sweep mode (button on D2)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Automatic stop and LED warning below 15 cm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Powered from one 5V pin through breadboard rails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Objectives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69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Main objectives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16736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</a:rPr>
              <a:t>To control a servo motor smoothly using a joystick (analog input)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</a:rPr>
              <a:t>To measure distance with an HC-SR04 ultrasonic sensor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</a:rPr>
              <a:t>To scan a wide area (0°–180°) by mounting the sensor on a servo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</a:rPr>
              <a:t>To stop the servo automatically and light an LED when an obstacle is within 15 cm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</a:rPr>
              <a:t>To provide manual and automatic sweep modes with one push button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</a:rPr>
              <a:t>To build the circuit on a breadboard with a single 5V supply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9144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005840"/>
            <a:ext cx="64008" cy="1737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969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Skills covered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316736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Analog input (ADC)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PWM servo control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Digital input and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Pulse timing for sensing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0" y="297180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063240"/>
            <a:ext cx="64008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30266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374136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A working sensor arm that reacts to obstacles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A prototype of the "sense → decide → act" loop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Problem Statement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2560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692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316736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Machines and robots must avoid obstacles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Human operators can make mistakes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Wrong moves cause damage or injury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05840"/>
            <a:ext cx="64008" cy="2560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9692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Limitations today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316736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A fixed ultrasonic sensor sees only a narrow cone (about 15–30°)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Obstacles at the sides are missed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Manual control has no safety check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05840"/>
            <a:ext cx="64008" cy="2560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9692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316736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Servo turns the sensor to scan 180°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Arduino checks distance continuously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Movement stops automatically and the LED warns the user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86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Problem statement: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 design a low-cost, joystick-controlled scanning system that measures the distance to obstacles with an ultrasonic sensor and automatically stops the motion with a visual warning, so that collisions can be avoided.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Working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914400"/>
            <a:ext cx="2011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Joystick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(A0, D2)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91440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914400"/>
            <a:ext cx="201168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Arduino Uno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(controller)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9144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914400"/>
            <a:ext cx="2011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SG90 Servo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(D9)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HC-SR04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 servo arm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315468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LED (D6)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1371600"/>
            <a:ext cx="118872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377440" y="1097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X-axis / button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1371600"/>
            <a:ext cx="118872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577840" y="1097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PWM angle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423160"/>
            <a:ext cx="118872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4068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TRIG D3 / ECHO D4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0" cy="32004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760" y="201168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103120"/>
            <a:ext cx="64008" cy="1645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066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Step by step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414016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1. Joystick sets the servo angle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2. Sensor sends an ultrasonic pulse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3. Echo time gives the distance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D"/>
                </a:solidFill>
              </a:rPr>
              <a:t>4. Arduino compares it with 15 cm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01752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108960"/>
            <a:ext cx="64008" cy="6400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30723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Button on D2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34198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Toggles manual ↔ auto sweep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3A89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0416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A89E"/>
                </a:solidFill>
              </a:rPr>
              <a:t>Decision logic: </a:t>
            </a:r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if distance &lt; 15 cm → servo STOPS and LED turns ON. It resumes only when distance &gt; 18 cm (hysteresis stops flicker). In manual mode the joystick can still move the arm away from the obstacle.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 Concept and Connections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5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4630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Arduino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Joystick VRx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Analog 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A0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Joystick VRy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Analog 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A1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Joystick SW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Button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D2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HC-SR04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TRIG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D3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HC-SR04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ECHO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D4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LED + 220Ω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Anode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D6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SG90 Servo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Signal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D9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All modules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VCC / GND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D"/>
                          </a:solidFill>
                        </a:rPr>
                        <a:t>5V / GND rails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4069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Arduino 5V → + rail, GND → − rail. A 470 µF capacitor across the rails steadies the servo supply.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8686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960120"/>
            <a:ext cx="64008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923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Ultrasonic distance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127101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Distance = (time × 0.0343) / 2 cm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Divide by 2: sound goes out and back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46320" y="2194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2286000"/>
            <a:ext cx="64008" cy="10515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22494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Servo and PWM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59689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50 Hz signal; 1 ms ≈ 0°, 1.5 ms ≈ 90°, 2 ms ≈ 180°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Pin D9 is PWM-capable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46320" y="35204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3611880"/>
            <a:ext cx="64008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0" y="35753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Joystick and ADC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92277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Two potentiometers give 0–1023 readings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D"/>
                </a:solidFill>
              </a:rPr>
              <a:t>Centre ≈ 512; a dead zone (450–570) prevents drift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Applications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12801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235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Obstacle-avoiding robots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710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Scanning sensor chooses a free path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60120"/>
            <a:ext cx="64008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9235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Parking assist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2710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Measures the gap to a wall or car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60120"/>
            <a:ext cx="64008" cy="12801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9235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Robotic arms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2710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Stops when a person enters the path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64008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5237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Radar-style scanners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712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Sweep builds a map of surroundings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24688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560320"/>
            <a:ext cx="64008" cy="128016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5237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Smart cane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28712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Warns visually impaired users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560320"/>
            <a:ext cx="64008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25237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Warehouse AGVs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87121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Vehicles stop for blocked paths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13308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Similar in industry: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car parking sensors, emergency braking, robot vacuums, LiDAR scanners, collaborative robots (cobots), AGVs.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 Advantages, Limitations and Future Scope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2697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23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271016"/>
            <a:ext cx="3794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Low cost and easy to build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Covers 180° with a single sensor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Manual and automatic modes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Instant visual warning (LED)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Good for learning sensors, PWM and ADC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64008" cy="2697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923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71016"/>
            <a:ext cx="3794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HC-SR04 range is short (about 2–400 cm)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Soft or angled surfaces reflect poorly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Beam is wide and readings are slow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Only one axis of scanning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Servo and sensor share 5V from the Arduino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1609344" cy="640080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4160520"/>
            <a:ext cx="160934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Radar display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66544" y="4160520"/>
            <a:ext cx="1609344" cy="640080"/>
          </a:xfrm>
          <a:prstGeom prst="roundRect">
            <a:avLst>
              <a:gd name="adj" fmla="val 14286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66544" y="4160520"/>
            <a:ext cx="160934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Bluetooth / ESP32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67328" y="4160520"/>
            <a:ext cx="1609344" cy="640080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67328" y="4160520"/>
            <a:ext cx="160934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LiDAR / ToF sensor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68112" y="4160520"/>
            <a:ext cx="1609344" cy="640080"/>
          </a:xfrm>
          <a:prstGeom prst="roundRect">
            <a:avLst>
              <a:gd name="adj" fmla="val 14286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68112" y="4160520"/>
            <a:ext cx="160934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PID speed control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68896" y="4160520"/>
            <a:ext cx="1609344" cy="640080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68896" y="4160520"/>
            <a:ext cx="160934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TinyML camera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Conclusion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37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3A89E"/>
                </a:solidFill>
              </a:rPr>
              <a:t>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51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Summary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0876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project shows the basic loop of every automated system: sensing, processing and acting. A joystick steers an ultrasonic sensor mounted on a servo, and the Arduino stops the motion and lights an LED when an obstacle is too close. Built with simple, low-cost parts on a breadboard, the same principle scales up to robots, vehicles and assistive devices using better sensors and AI.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9144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005840"/>
            <a:ext cx="64008" cy="210312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969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A89E"/>
                </a:solidFill>
              </a:rPr>
              <a:t>Key learnings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316736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Interfacing sensors and actuators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Analog and digital I/O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PWM servo control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Decision logic with hysteresis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0" y="333756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3429000"/>
            <a:ext cx="64008" cy="1325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3392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739896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</a:rPr>
              <a:t>Wiring diagram and Arduino code (.ino) are included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Joystick-Controlled Servo Scanner with Ultrasonic Obstacle Detection</dc:title>
  <dc:subject>PptxGenJS Presentation</dc:subject>
  <dc:creator>PptxGenJS</dc:creator>
  <cp:lastModifiedBy>PptxGenJS</cp:lastModifiedBy>
  <cp:revision>1</cp:revision>
  <dcterms:created xsi:type="dcterms:W3CDTF">2026-10-27T19:34:08Z</dcterms:created>
  <dcterms:modified xsi:type="dcterms:W3CDTF">2026-10-27T19:34:08Z</dcterms:modified>
</cp:coreProperties>
</file>